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Risk Monitoring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EU Custom Data Hub — how transactions are scored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1069848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Four independent engines feed a weighted consolidator that decides release / investigate / retain for every incoming sales order.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0">
                <a:solidFill>
                  <a:srgbClr val="FFCC00"/>
                </a:solidFill>
                <a:latin typeface="Calibri"/>
              </a:rPr>
              <a:t>Four engines · weighted sum · vat_ratio floor · case-level running mean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Overview — four engines, one release factory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All four subscribe to SALES_ORDER_EVENT and publish to RT_RISK_OUTCOME; the Release Factory consolidates and routes.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18288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SALES_ORDER_EVENT
broker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97280"/>
            <a:ext cx="2286000" cy="914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VAT Rate
Mismatch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109728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engine = "vat_ratio"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240280"/>
            <a:ext cx="2286000" cy="914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Supplier /
ML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224028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engine = "watchlist"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383280"/>
            <a:ext cx="2286000" cy="914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Ireland
Watchlist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338328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engine = "ireland_watchlist"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526280"/>
            <a:ext cx="2286000" cy="9144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Description
Vagueness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4526280"/>
            <a:ext cx="2286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engine = "description_vagueness"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651760"/>
            <a:ext cx="2926080" cy="1463040"/>
          </a:xfrm>
          <a:prstGeom prst="rect">
            <a:avLst/>
          </a:prstGeom>
          <a:solidFill>
            <a:srgbClr val="FFCC00"/>
          </a:solidFill>
          <a:ln w="1270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Calibri"/>
              </a:rPr>
              <a:t>Release Factory
_compute_score
(weighted sum ≤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4389120"/>
            <a:ext cx="2926080" cy="457200"/>
          </a:xfrm>
          <a:prstGeom prst="rect">
            <a:avLst/>
          </a:prstGeom>
          <a:solidFill>
            <a:srgbClr val="1F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release  (&lt; 33.3 %)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4892040"/>
            <a:ext cx="2926080" cy="457200"/>
          </a:xfrm>
          <a:prstGeom prst="rect">
            <a:avLst/>
          </a:prstGeom>
          <a:solidFill>
            <a:srgbClr val="E6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investigate  (33.3–80 %)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5394960"/>
            <a:ext cx="292608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retain  (≥ 80 %)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377440" y="1554480"/>
            <a:ext cx="1097280" cy="1645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77440" y="2697480"/>
            <a:ext cx="1097280" cy="502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77440" y="3200400"/>
            <a:ext cx="1097280" cy="6400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377440" y="3200400"/>
            <a:ext cx="1097280" cy="17830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1554480"/>
            <a:ext cx="2834640" cy="18288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60720" y="2697480"/>
            <a:ext cx="2834640" cy="6858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60720" y="3383280"/>
            <a:ext cx="2834640" cy="457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60720" y="3383280"/>
            <a:ext cx="2834640" cy="160020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8400" y="4114800"/>
            <a:ext cx="0" cy="2743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Engine 1 — VAT Rate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engine_id: "vat_ratio"   ·   ENGINE_WEIGHTS[vat_ratio] = 0.5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What it detects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Whether the declared VAT rate on an invoice matches the rate the EU expects for the declared product subcategory in the destination country.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The canonical VAT-misclassification fraud pattern: declaring a low-rate subcategory (e.g. 'Basic food 0 %') when the product is actually standard-rated.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7607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Algorithm (production path)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Key the tx by (buyer_country, vat_subcategory_code).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Look up the expected rate via lib.vat_dataset.expected_rate_for(...). The lookup is built from the 78 observed (dest, subcat) pairs in the xlsx; for unobserved pairs it falls back to the destination's standard rate.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Compare declared_rate to expected_rate — emit 1.0 on mismatch, 0.0 on match.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Floor behaviour at consolidation: when raw risk ≥ 0.30 the engine's contribution is floored to ≥ 0.334 so any genuine rate mismatch at least investigates, regardless of weighting.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57607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Output on RT_RISK_OUTCOME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risk ∈ [0, 1] — graded (raw = Score 1 / 100 from xlsx) when pre-baked; binary 0/1 from the subcategory lookup otherwise.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reason: prebaked / rate_mismatch / rate_match / unknown_subcategory / alarm_*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applicable: always True.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Demo shortcuts &amp; fallbacks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Pre-baked value: every tx in simulation.db carries engine_vat_ratio_risk set at seed time from xlsx Score 1 ÷ 100, GATED by actual rate mismatch (xlsx zeroes Score 1 when declared = recommended, i.e. misclassification with no revenue impact).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Legacy fallback (historical seeder only): 7-day vs 8-week VAT/value volume-ratio alarm. Kept so Sep–Feb historical transactions still route through the pipeline without pre-baked fields.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Demo benefit: routing is deterministic and reproducible from the xlsx — no need for the seeder to compute rate tables at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Engine 2 — Supplier / ML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engine_id: "watchlist"   ·   ENGINE_WEIGHTS[watchlist] = 0.9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What it detects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Per-tx supplier compliance risk: how often has this (seller, origin, category, destination) pattern been flagged historically?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Produces a graded score plus four per-dimension contributors (seller, origin, category, destination) that surface in the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7607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Algorithm (production path)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Look up the 4-tuple (seller, origin, declared_category, destination) against lib.database.ml_risk_rules.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If a rule matches: emit rule.risk plus the four weighted contributors.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If no rule matches: emit risk = 0.0 (clear).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Flag threshold: ML_RISK_FLAG_THRESHOLD = 0.5 (informational; the consolidator uses the raw risk).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57607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Output on RT_RISK_OUTCOME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risk ∈ [0, 1] — graded, discrete buckets from xlsx (0, 0.40, 0.90).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description, seller_risk, country_risk, product_category_risk, destination_risk — propagated into ASSESSMENT_OUTCOME and written onto Sales_Order_Risk at case creation.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reason: prebaked_match / prebaked_clear / ml_watchlist_match / clear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Demo shortcuts &amp; fallbacks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Pre-baked value: engine_ml_risk set per-tx at seed time from xlsx Score 3 ÷ 100 (0, 0.40, or 0.90). Contributor weights also pre-baked — all attributed to the seller dimension (seller_contribution = 1.0) since xlsx Score 3 captures supplier risk specifically.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Legacy fallback: 4-tuple rule lookup in ml_risk_rules table, seeded from Context/Fake ML.xlsx. Used only when pre-baked field is NULL (legacy historical tx).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Demo benefit: avoids training or shipping an actual model; xlsx Score 3 is the ground-truth 'ML output'.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Engine 3 — Ireland Watchlist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engine_id: "ireland_watchlist"   ·   ENGINE_WEIGHTS[ireland_watchlist] = 1.0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What it detects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Country-specific signal hosted (in production) on a server managed by the Irish authority.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Checks whether a given (seller_id, seller_country) pair is on Ireland's local blacklist.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7607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Algorithm (production path)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Subscribe to every SALES_ORDER_EVENT but only PROCESS events whose buyer_country == 'IE'.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Non-IE events are immediately published with applicable = False and excluded from the consolidator's denominator.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Apply a random 1–5 second sleep simulating the round-trip to a remote server. Because that latency can exceed ASSESSMENT_TIMER_S (3 s), some IE outcomes legitimately arrive after the consolidator has already published — by design.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Look up (seller_id, seller_country) in the IE_WATCHLIST frozenset; emit 1.0 on match, 0.0 on miss.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57607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Output on RT_RISK_OUTCOME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risk ∈ [0, 1] — binary (1.0 match / 0.0 miss) in production; graded 0.0 pre-bake in the current dataset.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applicable = False for non-IE tx (engine drops out of denominator).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reason: prebaked_clear / ie_watchlist_match / clear / not_applicable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Demo shortcuts &amp; fallbacks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Static set IE_WATCHLIST in lib/watchlist.py is currently EMPTY. All IE-destined tx land in 'clear'.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Pre-baked value: engine_ie_watchlist_risk = 0.0 for every IE tx at seed time so the engine stays on the pre-baked path rather than hitting the empty set.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Demo benefit: demonstrates the country-specific-engine pattern (latency, applicability, remote hosting) without actually importing an Irish authority feed. The empty watchlist keeps the engine visible in every case breakdown at 0 %.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Engine 4 — Description Vagueness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engine_id: "description_vagueness"   ·   ENGINE_WEIGHTS[description_vagueness] = 0.8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What it detects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How generic or ambiguous the product description on the sales order is.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 high score alone is not conclusive, but combined with VAT or supplier signals it tips the consolidated score over the investigate threshold.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576072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Algorithm (production path)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Embed the product description with sentence-transformers/all-MiniLM-L6-v2 (pre-loaded on backend startup in a worker thread).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Cosine-similarity against a pre-computed anchor embedding built from a bag of generic phrases ('general goods', 'miscellaneous items', …).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Clamp the raw similarity to [0, 1] and publish as risk.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Flag threshold: risk ≥ 0.5.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57607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Output on RT_RISK_OUTCOME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risk ∈ [0, 1] — continuous in production, jittered from a binary xlsx signal in the demo (see shortcuts).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reason: prebaked_clear / prebaked_vague / clear / vague_description / missing_description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applicable: always True.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Demo shortcuts &amp; fallbacks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Pre-baked value: engine_vagueness_risk set per-tx at seed time from xlsx Score 2 ÷ 100 (binary: 0 or 0.60).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Continuous-baseline jitter in lib/new_seeder._jitter_vagueness: quiet pre-bake → uniform(0.02, 0.08), firing pre-bake → pre-baked + uniform(-0.03, 0.05). Keeps the UI from showing hard 0 % while preserving route distribution (max jitter contribution 0.064 ≪ threshold gaps).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Within-case diversity: the seeder promotes a configurable fraction of siblings in each investigate cluster to 'vague variants' — generic description + high vagueness score, low vat_ratio / ml — so case averages show mixed signals.</a:t>
            </a:r>
          </a:p>
          <a:p>
            <a:pPr algn="l"/>
            <a:r>
              <a:rPr sz="1100">
                <a:solidFill>
                  <a:srgbClr val="222222"/>
                </a:solidFill>
                <a:latin typeface="Calibri"/>
              </a:rPr>
              <a:t>• Embedding-model fallback: kept for tx with no pre-baked value (legacy seeder). Slow path but fully continuous.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Score consolidation — weighted sum ≤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api.py _release_factory._compute_score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003399"/>
                </a:solidFill>
                <a:latin typeface="Calibri"/>
              </a:rPr>
              <a:t>score = min( 1.0 ,  Σ  ENGINE_WEIGHTS[eng] × engine.risk   for every APPLICABLE engine 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>
                <a:solidFill>
                  <a:srgbClr val="003399"/>
                </a:solidFill>
                <a:latin typeface="Calibri"/>
              </a:rPr>
              <a:t>ENGINE_WEIGHTS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vat_ratio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651760"/>
            <a:ext cx="914400" cy="411480"/>
          </a:xfrm>
          <a:prstGeom prst="rect">
            <a:avLst/>
          </a:prstGeom>
          <a:solidFill>
            <a:srgbClr val="FFCC0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0.5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watchlist  (ML)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108960"/>
            <a:ext cx="914400" cy="411480"/>
          </a:xfrm>
          <a:prstGeom prst="rect">
            <a:avLst/>
          </a:prstGeom>
          <a:solidFill>
            <a:srgbClr val="FFCC0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0.9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ireland_watchlist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566160"/>
            <a:ext cx="914400" cy="411480"/>
          </a:xfrm>
          <a:prstGeom prst="rect">
            <a:avLst/>
          </a:prstGeom>
          <a:solidFill>
            <a:srgbClr val="FFCC0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description_vagueness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4023360"/>
            <a:ext cx="914400" cy="411480"/>
          </a:xfrm>
          <a:prstGeom prst="rect">
            <a:avLst/>
          </a:prstGeom>
          <a:solidFill>
            <a:srgbClr val="FFCC00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0.8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2286000"/>
            <a:ext cx="6400800" cy="246888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vat_ratio floor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When a tx's raw vat_ratio ≥ 0.30, the engine's contribution is floored to ≥ THRESHOLD_RELEASE + ε (≈ 0.334).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Policy stance: any genuine rate mismatch above the xlsx's release tier (Score 1 ≥ 30) must at least INVESTIGATE, regardless of its weighted contribution.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Trigger (0.30) sits between xlsx Release tier (Score 1 = 25) and Investigate tier (Score 1 ≥ 37.5). No row that xlsx releases gets unexpectedly bumped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11155680" cy="1645920"/>
          </a:xfrm>
          <a:prstGeom prst="rect">
            <a:avLst/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Applicability &amp; confidence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Engines may self-report applicable = False (e.g. IE watchlist on non-IE tx). Those engines are excluded from the sum AND from the denominator used for confidence.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confidence = applicable_received / applicable_expected. 0 %, 25 %, 50 %, 75 %, or 100 %.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If zero applicable engines report, score defaults to 0.5 (uncertain).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Routing thresholds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THRESHOLD_RELEASE = 1/3   ·   THRESHOLD_RETAIN = 0.80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560320" cy="1188720"/>
          </a:xfrm>
          <a:prstGeom prst="rect">
            <a:avLst/>
          </a:prstGeom>
          <a:solidFill>
            <a:srgbClr val="1F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280160"/>
            <a:ext cx="27432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score &lt; 33.33 %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5778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Terminal event published; no case opened.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2560320" cy="1188720"/>
          </a:xfrm>
          <a:prstGeom prst="rect">
            <a:avLst/>
          </a:prstGeom>
          <a:solidFill>
            <a:srgbClr val="E6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Investigate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651760"/>
            <a:ext cx="27432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33.33 % ≤ score &lt; 80 %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743200"/>
            <a:ext cx="55778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Sent to the C&amp;T Risk Management Factory; a case is opened in investigation.db and pushed over SSE to the Customs/Tax frontends.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2560320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Retain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023360"/>
            <a:ext cx="27432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score ≥ 80 %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114800"/>
            <a:ext cx="55778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Terminal event published; NO case opened (retain bypasses C&amp;T by design — retentions are the outcome of officer escalation from an existing investigate case).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69280"/>
            <a:ext cx="11155680" cy="109728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Threshold rationale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The retain threshold was raised from 2/3 ≈ 0.667 to 0.80 because the xlsx classifies Overall Risk Score = 75 as Investigate (not Retain) and ≥ 90 as Retain. Without the raise, Score-75 tx would mis-route to Retain and disappear from the C&amp;T queue.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003399"/>
                </a:solidFill>
                <a:latin typeface="Calibri"/>
              </a:rPr>
              <a:t>UI readouts &amp; case-level averaging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What the C&amp;T Risk Signals panel shows, and how the backend produces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6692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Risk Signals panel — two numbers per engine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MAIN: contribution in POINTS, on the same 0..100 scale as the overall case risk score. A bar visualises each contribution.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SECONDARY (right-aligned, small): engine's SHARE of the case risk (its weighted contribution / sum of the four weighted contributions, normalised to 100 %).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Intended reading: the MAIN number tells how much this signal adds to the overall score; the SHARE tells which signal dominates relative to the others.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NARRATIVE: each row carries a context-aware one-liner — fires / mild / quiet — so officers see what the engine is saying without reading raw scores.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Raw engine severity and engine weights are NOT displayed in the UI (avoid inviting questions about weight tuning). They remain in the backend logs and this deck.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30352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003399"/>
                </a:solidFill>
                <a:latin typeface="Calibri"/>
              </a:rPr>
              <a:t>Case-level RUNNING AVERAGE (backend)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When a new order joins an existing case (C&amp;T factory detects a similar open case by Jaccard ≥ 0.4 on description):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  n = orders in the case after this one is appended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  Engine_X_new = (Engine_X_old × (n-1) + order_Engine_X) / n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  Overall_new  = (Overall_old  × (n-1) + order_score)    / n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Each engine field on Sales_Order_Case is an arithmetic mean across every order in the case — not a snapshot of the first transaction.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Contribution pts and share used in the UI are computed from these case-level averages.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80560"/>
            <a:ext cx="11247120" cy="2103120"/>
          </a:xfrm>
          <a:prstGeom prst="rect">
            <a:avLst/>
          </a:prstGeom>
          <a:solidFill>
            <a:srgbClr val="FFF3E0"/>
          </a:solidFill>
          <a:ln w="15875">
            <a:solidFill>
              <a:srgbClr val="E6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/>
            <a:r>
              <a:rPr b="1" sz="1600">
                <a:solidFill>
                  <a:srgbClr val="E6820A"/>
                </a:solidFill>
                <a:latin typeface="Calibri"/>
              </a:rPr>
              <a:t>⚠ Why the contributions only SUM APPROXIMATELY to the overall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Per-order score passes through the weighted sum AND the vat_ratio floor AND the min(1.0, …) cap. Only the weighted-sum part commutes with averaging across orders.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Consequence: Σ (ENGINE_WEIGHTS × Engine_X_avg) ≠ Overall_Case_Risk_Score whenever the floor or the cap fired on any order in the case — small residual on the order of a few points.</a:t>
            </a:r>
          </a:p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• Officer-facing implication: the four contribution bars sum to roughly the overall score; shares sum to 100 %. Both are approximations of the same underlying case-level risk, useful for different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