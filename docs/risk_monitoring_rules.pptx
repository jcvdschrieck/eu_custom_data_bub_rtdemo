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Risk Monitoring Rules</a:t>
            </a:r>
          </a:p>
          <a:p>
            <a:r>
              <a:rPr sz="1600">
                <a:solidFill>
                  <a:srgbClr val="FFCC00"/>
                </a:solidFill>
              </a:rPr>
              <a:t>EU Custom Data Hub — Real-Time Risk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RT Risk Monitoring 1 — VAT Ratio Deviation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Engine ID: vat_ratio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Functional Logic: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Detects sudden shifts in a supplier's VAT-to-value ratio per destination country — a strong statistical indicator of VAT fraud.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The check runs for all (supplier, country) pairs. Any pair whose recent ratio deviates beyond the threshold triggers a 7-day alarm.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Algorithm: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Compute VAT/value ratio for (seller, buyer_country) over the last 7 days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Compare to the same ratio over the preceding 8 weeks (days −63 to −7)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If |current − historical| / historical &gt; 25% → raise alarm (7-day expiry)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While alarm is active, flag all new transactions from the same pair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38328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MIN_CURRENT_TX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Min txns in 7-day window (prevents false positives from tiny samples)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MIN_HISTORICAL_TX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Min txns in 8-week baseline (ensures meaningful reference ratio)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DEVIATION_THRESHOLD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How far the 7-day ratio must deviate from baseline to trigger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3399"/>
                </a:solidFill>
              </a:rPr>
              <a:t>Seeded Scenario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TechZone GmbH (SUP001, DE) → Ireland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Week 2 of March 2026: electronics billed at 0% instead of the correct 23%.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7-day VAT ratio drops from ~19% to ~0%, far exceeding the 25% threshold.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Alarm fires on the first affected transaction. All subsequent SUP001→IE transactions are flagged for 7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RT Risk Monitoring 2 — Supplier/Origin Watchlist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Engine ID: watchlist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Functional Logic: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Flags transactions from known-suspicious supplier × country-of-origin pairs. Complements the statistical VAT ratio check with a rule-based intelligence layer for cases where a supplier is high-risk regardless of current VAT behaviour.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The watchlist is editable (lib/watchlist.py) — changes take effect immediately, no restart needed.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Algorithm: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Look up (seller_id, seller_country) in the WATCHLIST set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If present → flag the transaction</a:t>
            </a:r>
          </a:p>
          <a:p>
            <a:pPr lvl="1"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If not → clear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00400"/>
          <a:ext cx="5029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WATCHLIST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frozenset of (seller_id, seller_country) tuples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Static lookup table of monitored pairs</a:t>
                      </a:r>
                    </a:p>
                  </a:txBody>
                  <a:tcPr/>
                </a:tc>
              </a:tr>
              <a:tr h="32004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Lookup type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Binary (match / no match)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No statistical analysis — instant O(1) check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3399"/>
                </a:solidFill>
              </a:rPr>
              <a:t>Seeded Scenario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Pre-configured watchlist entries: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• SUP001 (DE) — TechZone GmbH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   Overlaps with the VAT fraud scenario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• SUP002 (FR) — FashionHub Paris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   Known suspicious supplier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• SUP005 (NL) — SportsPro Amsterdam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   Known suspicious supplier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22222"/>
                </a:solidFill>
              </a:rPr>
              <a:t>Any transaction from these (seller, country) pairs is automatically flagged.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Risk Score, Categories &amp;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>Both engines publish to a single RT Risk Outcome broker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>The Automated Assessment Factory consolidates per transaction: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>Risk Score = flagged_count / total_outcomes_received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>If no outcomes received (timeout): score = 50% (uncertain)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/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>Confidence = outcomes_received / TOTAL_RISK_ENGINES</a:t>
            </a:r>
          </a:p>
          <a:p>
            <a:pPr lvl="1"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</a:rPr>
              <a:t>With 2 engines: 0% (none), 50% (one), 100% (both)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26080"/>
          <a:ext cx="4389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Score Range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Route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&lt; 33.33%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Green →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Auto-released, stored in DB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33.33% – 66.66%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Amber → Investigate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Sent to C&amp;T Risk Management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&gt; 66.66%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Red → Retain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Sent to C&amp;T Risk Management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20640" y="1005840"/>
          <a:ext cx="3657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91440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Flagged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Route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0 of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Release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1 of 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Investigate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2 of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Retain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0 of 1 (timeout)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Release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1 of 1 (timeout)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Retain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0 of 0 (both timeout)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</a:rPr>
                        <a:t>Investigate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20640" y="3200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3399"/>
                </a:solidFill>
              </a:rPr>
              <a:t>Assessment Timer (3 seconds)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Starts when Order Validation arrives.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Publishes immediately if all engines respond early.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Otherwise publishes on timer expiry with partial data.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222222"/>
                </a:solidFill>
              </a:rPr>
              <a:t>Late-arriving engine outcomes are discarded.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